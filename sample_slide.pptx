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FRAUDXAI • RESEARCH METHODOLOGY &amp; MOTIVATION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The Ground-Truth Crisis in Fraud Explainability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Why post-hoc XAI (SHAP, LIME) cannot be validated on existing fraud datasets, and how causal intervention ground truth resolves the evaluation bottleneck.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108960"/>
          </a:xfrm>
          <a:prstGeom prst="roundRect">
            <a:avLst/>
          </a:prstGeom>
          <a:solidFill>
            <a:srgbClr val="11182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F43F5E"/>
                </a:solidFill>
              </a:defRPr>
            </a:pPr>
            <a:r>
              <a:t>✖  The Industry Dilemma (Existing Datasets)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Anonymized PCA Vectors: Public benchmarks (e.g. Kaggle ULB) mask features into eigenvectors (V1–V28), rendering explanations meaningless for banking compliance.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Zero Explanation Ground Truth: Real bank feeds record binary labels (is_fraud), but no mathematical record of the exact root cause behind the alert.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Subjective Confirmation Bias: Prior literature assesses SHAP by visual inspection ('Amount looks high, so SHAP works'), failing rigorous scientific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212080" cy="3108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✔  Our Causal Intervention Approach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Physical Attack Footprint (Δx): Every simulated fraud attack injects explicit mathematical interventions against the cardholder's 30-day baseline profile.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Axiomatic Game-Theoretic Ground Truth: Generates exact Shapley attributions via Owen multilinear forms and 128-point Gauss-Legendre path integration.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</a:defRPr>
            </a:pPr>
            <a:r>
              <a:t>• Standardized Benchmark Metrics: Quantus &amp; OpenXAI evaluation using Precision@k, Recall@k, Kendall's tau, and Relative Attribution Error (RAE).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256032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62.8%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INTERVENTION PRECISION (P@3)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303520"/>
            <a:ext cx="256032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0.4439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KENDALL'S TAU CONCORDANCE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303520"/>
            <a:ext cx="256032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132 / 132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INVARIANTS 100%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5303520"/>
            <a:ext cx="2560320" cy="8686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&lt; 900 km/h</a:t>
            </a:r>
          </a:p>
          <a:p>
            <a:pPr>
              <a:spcBef>
                <a:spcPts val="200"/>
              </a:spcBef>
              <a:defRPr sz="800">
                <a:solidFill>
                  <a:srgbClr val="94A3B8"/>
                </a:solidFill>
              </a:defRPr>
            </a:pPr>
            <a:r>
              <a:t>KINEMATIC TRANSIT CEILING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